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" cy="3200400"/>
  <p:notesSz cx="6858000" cy="9144000"/>
  <p:embeddedFontLst>
    <p:embeddedFont>
      <p:font typeface="Oswald" panose="020F0502020204030204" pitchFamily="2" charset="0"/>
      <p:regular r:id="rId4"/>
    </p:embeddedFont>
    <p:embeddedFont>
      <p:font typeface="Oswald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25" d="100"/>
          <a:sy n="225" d="100"/>
        </p:scale>
        <p:origin x="337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636" y="0"/>
            <a:ext cx="601620" cy="574274"/>
          </a:xfrm>
          <a:custGeom>
            <a:avLst/>
            <a:gdLst/>
            <a:ahLst/>
            <a:cxnLst/>
            <a:rect l="l" t="t" r="r" b="b"/>
            <a:pathLst>
              <a:path w="601620" h="574274">
                <a:moveTo>
                  <a:pt x="601621" y="0"/>
                </a:moveTo>
                <a:lnTo>
                  <a:pt x="0" y="0"/>
                </a:lnTo>
                <a:lnTo>
                  <a:pt x="0" y="574274"/>
                </a:lnTo>
                <a:lnTo>
                  <a:pt x="601621" y="574274"/>
                </a:lnTo>
                <a:lnTo>
                  <a:pt x="6016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459992" y="2526095"/>
            <a:ext cx="908817" cy="1106"/>
          </a:xfrm>
          <a:prstGeom prst="line">
            <a:avLst/>
          </a:prstGeom>
          <a:ln w="9525" cap="rnd">
            <a:solidFill>
              <a:srgbClr val="EB20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flipV="1">
            <a:off x="1227180" y="2626126"/>
            <a:ext cx="601620" cy="574274"/>
          </a:xfrm>
          <a:custGeom>
            <a:avLst/>
            <a:gdLst/>
            <a:ahLst/>
            <a:cxnLst/>
            <a:rect l="l" t="t" r="r" b="b"/>
            <a:pathLst>
              <a:path w="601620" h="574274">
                <a:moveTo>
                  <a:pt x="0" y="574274"/>
                </a:moveTo>
                <a:lnTo>
                  <a:pt x="601620" y="574274"/>
                </a:lnTo>
                <a:lnTo>
                  <a:pt x="601620" y="0"/>
                </a:lnTo>
                <a:lnTo>
                  <a:pt x="0" y="0"/>
                </a:lnTo>
                <a:lnTo>
                  <a:pt x="0" y="574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3322" y="182880"/>
            <a:ext cx="562156" cy="577804"/>
          </a:xfrm>
          <a:custGeom>
            <a:avLst/>
            <a:gdLst/>
            <a:ahLst/>
            <a:cxnLst/>
            <a:rect l="l" t="t" r="r" b="b"/>
            <a:pathLst>
              <a:path w="562156" h="577804">
                <a:moveTo>
                  <a:pt x="0" y="0"/>
                </a:moveTo>
                <a:lnTo>
                  <a:pt x="562156" y="0"/>
                </a:lnTo>
                <a:lnTo>
                  <a:pt x="562156" y="577804"/>
                </a:lnTo>
                <a:lnTo>
                  <a:pt x="0" y="57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7301" y="1609725"/>
            <a:ext cx="1134198" cy="13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7"/>
              </a:lnSpc>
            </a:pPr>
            <a:r>
              <a:rPr lang="en-US" sz="1015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НЭР ОВОГ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0810" y="2194388"/>
            <a:ext cx="1227180" cy="2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7"/>
              </a:lnSpc>
            </a:pPr>
            <a:r>
              <a:rPr lang="en-US" sz="609" spc="36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+976 ********</a:t>
            </a:r>
          </a:p>
          <a:p>
            <a:pPr marL="0" lvl="0" indent="0" algn="ctr">
              <a:lnSpc>
                <a:spcPts val="987"/>
              </a:lnSpc>
            </a:pPr>
            <a:r>
              <a:rPr lang="en-US" sz="609" spc="36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************</a:t>
            </a:r>
            <a:r>
              <a:rPr lang="en-US" sz="609" u="none" spc="36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@gmail.com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7301" y="1796408"/>
            <a:ext cx="1134198" cy="10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6"/>
              </a:lnSpc>
              <a:spcBef>
                <a:spcPct val="0"/>
              </a:spcBef>
            </a:pPr>
            <a:r>
              <a:rPr lang="en-US" sz="711" b="1" spc="177">
                <a:solidFill>
                  <a:srgbClr val="C0272D"/>
                </a:solidFill>
                <a:latin typeface="Oswald Bold"/>
                <a:ea typeface="Oswald Bold"/>
                <a:cs typeface="Oswald Bold"/>
                <a:sym typeface="Oswald Bold"/>
              </a:rPr>
              <a:t> АЛБАН ТУШААЛ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5721" y="2554414"/>
            <a:ext cx="997359" cy="9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"/>
              </a:lnSpc>
              <a:spcBef>
                <a:spcPct val="0"/>
              </a:spcBef>
            </a:pPr>
            <a:r>
              <a:rPr lang="en-US" sz="489" spc="48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www.mhida.org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4405" y="833649"/>
            <a:ext cx="1419990" cy="2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7"/>
              </a:lnSpc>
            </a:pPr>
            <a:r>
              <a:rPr lang="en-US" sz="609" spc="36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МОНГОЛЫН ДААТГАЛЫН ЭМЧ НАРЫН ХОЛБОО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5924" y="2874018"/>
            <a:ext cx="876951" cy="149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6"/>
              </a:lnSpc>
              <a:spcBef>
                <a:spcPct val="0"/>
              </a:spcBef>
            </a:pPr>
            <a:r>
              <a:rPr lang="en-US" sz="800" spc="48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ЭМНЭЛГИЙН НЭР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636" y="0"/>
            <a:ext cx="601620" cy="574274"/>
          </a:xfrm>
          <a:custGeom>
            <a:avLst/>
            <a:gdLst/>
            <a:ahLst/>
            <a:cxnLst/>
            <a:rect l="l" t="t" r="r" b="b"/>
            <a:pathLst>
              <a:path w="601620" h="574274">
                <a:moveTo>
                  <a:pt x="601621" y="0"/>
                </a:moveTo>
                <a:lnTo>
                  <a:pt x="0" y="0"/>
                </a:lnTo>
                <a:lnTo>
                  <a:pt x="0" y="574274"/>
                </a:lnTo>
                <a:lnTo>
                  <a:pt x="601621" y="574274"/>
                </a:lnTo>
                <a:lnTo>
                  <a:pt x="6016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459992" y="2526095"/>
            <a:ext cx="908817" cy="1106"/>
          </a:xfrm>
          <a:prstGeom prst="line">
            <a:avLst/>
          </a:prstGeom>
          <a:ln w="9525" cap="rnd">
            <a:solidFill>
              <a:srgbClr val="EB202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flipV="1">
            <a:off x="1227180" y="2626126"/>
            <a:ext cx="601620" cy="574274"/>
          </a:xfrm>
          <a:custGeom>
            <a:avLst/>
            <a:gdLst/>
            <a:ahLst/>
            <a:cxnLst/>
            <a:rect l="l" t="t" r="r" b="b"/>
            <a:pathLst>
              <a:path w="601620" h="574274">
                <a:moveTo>
                  <a:pt x="0" y="574274"/>
                </a:moveTo>
                <a:lnTo>
                  <a:pt x="601620" y="574274"/>
                </a:lnTo>
                <a:lnTo>
                  <a:pt x="601620" y="0"/>
                </a:lnTo>
                <a:lnTo>
                  <a:pt x="0" y="0"/>
                </a:lnTo>
                <a:lnTo>
                  <a:pt x="0" y="574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3322" y="182880"/>
            <a:ext cx="562156" cy="577804"/>
          </a:xfrm>
          <a:custGeom>
            <a:avLst/>
            <a:gdLst/>
            <a:ahLst/>
            <a:cxnLst/>
            <a:rect l="l" t="t" r="r" b="b"/>
            <a:pathLst>
              <a:path w="562156" h="577804">
                <a:moveTo>
                  <a:pt x="0" y="0"/>
                </a:moveTo>
                <a:lnTo>
                  <a:pt x="562156" y="0"/>
                </a:lnTo>
                <a:lnTo>
                  <a:pt x="562156" y="577804"/>
                </a:lnTo>
                <a:lnTo>
                  <a:pt x="0" y="57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0810" y="2194388"/>
            <a:ext cx="1227180" cy="2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7"/>
              </a:lnSpc>
            </a:pPr>
            <a:r>
              <a:rPr lang="en-US" sz="609" spc="36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+976 ********</a:t>
            </a:r>
          </a:p>
          <a:p>
            <a:pPr marL="0" lvl="0" indent="0" algn="ctr">
              <a:lnSpc>
                <a:spcPts val="987"/>
              </a:lnSpc>
            </a:pPr>
            <a:r>
              <a:rPr lang="en-US" sz="609" spc="36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************</a:t>
            </a:r>
            <a:r>
              <a:rPr lang="en-US" sz="609" u="none" spc="36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@gmail.com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5721" y="2554414"/>
            <a:ext cx="997359" cy="9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"/>
              </a:lnSpc>
              <a:spcBef>
                <a:spcPct val="0"/>
              </a:spcBef>
            </a:pPr>
            <a:r>
              <a:rPr lang="en-US" sz="489" spc="48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www.mhida.org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9569" y="2870749"/>
            <a:ext cx="1009663" cy="146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"/>
              </a:lnSpc>
              <a:spcBef>
                <a:spcPct val="0"/>
              </a:spcBef>
            </a:pPr>
            <a:r>
              <a:rPr lang="en-US" sz="800" spc="48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HOSPITAL/CLINIC NAME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4405" y="833649"/>
            <a:ext cx="1419990" cy="2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7"/>
              </a:lnSpc>
            </a:pPr>
            <a:r>
              <a:rPr lang="en-US" sz="609" spc="36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MONGOLIAN HEALTH INSURANCE DOCTOR’S ASSOCIATION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7301" y="1609725"/>
            <a:ext cx="1236613" cy="13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7"/>
              </a:lnSpc>
            </a:pPr>
            <a:r>
              <a:rPr lang="en-US" sz="1015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FIRST NAME LAST NAME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7301" y="1796408"/>
            <a:ext cx="1134198" cy="10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6"/>
              </a:lnSpc>
              <a:spcBef>
                <a:spcPct val="0"/>
              </a:spcBef>
            </a:pPr>
            <a:r>
              <a:rPr lang="en-US" sz="711" b="1" spc="177">
                <a:solidFill>
                  <a:srgbClr val="C0272D"/>
                </a:solidFill>
                <a:latin typeface="Oswald Bold"/>
                <a:ea typeface="Oswald Bold"/>
                <a:cs typeface="Oswald Bold"/>
                <a:sym typeface="Oswald Bold"/>
              </a:rPr>
              <a:t>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Custom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Arial</vt:lpstr>
      <vt:lpstr>Oswald</vt:lpstr>
      <vt:lpstr>Oswald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МОНГОЛЫН ДААТГАЛЫН ЭМЧ НАРЫН ХОЛБОО</dc:title>
  <cp:lastModifiedBy>Ochirbat Batbold</cp:lastModifiedBy>
  <cp:revision>2</cp:revision>
  <dcterms:created xsi:type="dcterms:W3CDTF">2006-08-16T00:00:00Z</dcterms:created>
  <dcterms:modified xsi:type="dcterms:W3CDTF">2025-08-24T05:37:32Z</dcterms:modified>
  <dc:identifier>DAGw9V2ZhRI</dc:identifier>
</cp:coreProperties>
</file>